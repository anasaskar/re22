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
</file>

<file path=ppt/viewProps.xml><?xml version="1.0" encoding="utf-8"?>
<p:viewPr xmlns:a="http://schemas.openxmlformats.org/drawingml/2006/main" xmlns:r="http://schemas.openxmlformats.org/officeDocument/2006/relationships" xmlns:p="http://schemas.openxmlformats.org/presentationml/2006/mai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presProps" Target="presProps.xml"/>
  <Relationship Id="rId14" Type="http://schemas.openxmlformats.org/officeDocument/2006/relationships/viewProps" Target="viewProps.xml"/>
  <Relationship Id="rId15" Type="http://schemas.openxmlformats.org/officeDocument/2006/relationships/tableStyles" Target="tableStyles.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1" r:id="rId1"/>
  </p:sldLayoutIdLst>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png"/>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png"/>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png"/>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4.png"/>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png"/>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6.png"/>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7.png"/>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8.png"/>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9.png"/>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0.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457200" y="228600"/>
            <a:ext cx="8229600" cy="685800"/>
          </a:xfrm>
        </p:spPr>
        <p:txBody>
          <a:bodyPr/>
          <a:lstStyle/>
          <a:p>
            <a:r>
              <a:rPr lang="en-US" sz="2400" b="1"/>
              <a:t>المنشأه التاسعه</a:t>
            </a:r>
          </a:p>
        </p:txBody>
      </p:sp>
      <p:sp>
        <p:nvSpPr>
          <p:cNvPr id="3" name="Subtitle"/>
          <p:cNvSpPr/>
          <p:nvPr/>
        </p:nvSpPr>
        <p:spPr>
          <a:xfrm>
            <a:off x="457200" y="914400"/>
            <a:ext cx="8229600" cy="342900"/>
          </a:xfrm>
        </p:spPr>
        <p:txBody>
          <a:bodyPr/>
          <a:lstStyle/>
          <a:p>
            <a:r>
              <a:rPr lang="en-US" sz="1200"/>
              <a:t>نجدي rehabilitation adapted as visitor center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457200" y="228600"/>
            <a:ext cx="8229600" cy="685800"/>
          </a:xfrm>
        </p:spPr>
        <p:txBody>
          <a:bodyPr/>
          <a:lstStyle/>
          <a:p>
            <a:r>
              <a:rPr lang="en-US" sz="2400" b="1"/>
              <a:t>Front Facade</a:t>
            </a:r>
          </a:p>
        </p:txBody>
      </p:sp>
      <p:sp>
        <p:nvSpPr>
          <p:cNvPr id="3" name="Subtitle"/>
          <p:cNvSpPr/>
          <p:nvPr/>
        </p:nvSpPr>
        <p:spPr>
          <a:xfrm>
            <a:off x="457200" y="914400"/>
            <a:ext cx="8229600" cy="342900"/>
          </a:xfrm>
        </p:spPr>
        <p:txBody>
          <a:bodyPr/>
          <a:lstStyle/>
          <a:p>
            <a:r>
              <a:rPr lang="en-US" sz="1200"/>
              <a:t>Generate a realistic architectural rehabilitation output for a heritage building adapted for contemporary use as visitor center while preserving its original identity. The selected architectural style is traditional. The design must clearly reflect the visual language, material character, proportions, decorative treatment, and architectural identity of the selected style. The requested output view is FRONT. You must generate only the requested view type and not any other view. View control rules: - If the requested view is FRONT, generate a true front facade with the main entrance composition and principal architectural identity. - If the requested view is REAR, generate a true back facade. It must look like the rear side of the building, with simpler composition, reduced ceremonial emphasis, secondary openings, and no main public entrance. Do not generate another front facade. - If the requested view is LEFT SIDE, generate a true left-side architectural elevation. Show the building from the left side with visible side massing, side-wall composition, depth, and believable secondary facade treatment. Do not generate another front facade. - If the requested view is RIGHT SIDE, generate a true right-side architectural elevation. Show the building from the right side with visible side massing, side-wall composition, depth, and believable secondary facade treatment. Do not generate another front facade. - If the requested view is AERIAL, generate a true oblique bird's-eye view showing the overall massing, roofscape, courtyard organization, and spatial layout from above. - If the requested view is INTERIOR, generate a true interior architectural view such as a courtyard, hall, or internal heritage space. Do not generate a facade or aerial image. - If the requested view is NIGHT, generate a true night architectural view with evening atmosphere and warm architectural lighting. - If the requested view is FLOOR PLAN, generate a true 2D top-down architectural floor plan only. It must be flat, drawn from above, and clearly show walls, room layout, doors, circulation, courtyard organization, and spatial relationships. Do not generate an interior render, do not generate an aerial view, do not generate a facade, and do not generate any 3D scene or perspective image. Strict output constraints: - Do not confuse side views with front views. - Do not generate a decorative front facade when REAR, LEFT SIDE, or RIGHT SIDE is requested. - Do not generate an interior or aerial image when FLOOR PLAN is requested. - Do not generate a floor plan when a facade, aerial, interior, or night view is requested. - Do not generate multiple view types in one image. - The image must clearly and unambiguously match the requested view only. Stylistic and heritage constraints: - Preserve the heritage character of the building. - Keep the architecture realistic, coherent, and presentation-ready. - Use appropriate traditional materials, ornamental details, openings, and facade rhythm according to the selected style. - Avoid fantasy elements, avoid unrelated modern forms, avoid excessive glass, and avoid exaggerated ornamentation that breaks authenticity. Liveliness and atmosphere: - Make the scene feel lively and inhabited in a subtle, elegant, and realistic way. - Include a few people, soft greenery, potted plants, palm trees or region-appropriate vegetation, and calm contextual activity where appropriate. - Keep the architecture as the main focus. - Do not overcrowd the image. - If the requested view is FLOOR PLAN, make it visually rich in a flat architectural way only by using furniture blocks, courtyard planting, labels or top-view scale figures if appropriate, while keeping it strictly top-down and readable. Quality goal: Create a professional, high-quality, architecturally believable output that clearly matches the requested view: FRONT, while preserving heritage identity and adding subtle life and realism. Any output that does not exactly match the requested view type is incorrect and must be rejected. Material and character cues: authentic mud brick construction, triangular crenellations, rammed earth qasr towers, narrow slit windows, carved gypsum geometric patterns, reddish-brown earthen tones, palm wood ceilings, interior courtyard, Saudi Najd heritage. Use reference-informed cues such as Rectangular massing, Stone and mud brick materials, Simple facade rhythm, Small rectangular openings, Minimal ornamentation, Flat roof with parapets to keep the rehabilitation visually connected to the original building. Generate the FRONT facade view of the heritage building in traditional style. Show a clear main entrance composition with a frontal architectural perspective. Preserve the original facade identity, symmetry where appropriate, decorative elements, material character, and style-specific details. Make the facade elegant, realistic, and suitable for adaptive reuse as visitor center. Make the scene lively and inhabited with subtle human activity. Include a few visitors near the entrance, soft landscape elements, potted plants, palms or style-appropriate planting, and refined outdoor details. Add movement and life, but keep the composition uncluttered and architecturally readable. This must be a true front facade architectural visualization, not an aerial view, not an interior, and not a side elevation. Project name: المنشأه التاسعه. Proposed use: visitor center. Approximate area: 221 m2. Proposed floors: 2. Additional project requirements: يتم الاعتماد على الطرز المعماريه لمنطقه نجد الدرعيه كحي طريف وفندق باب سمحان.</a:t>
            </a:r>
          </a:p>
        </p:txBody>
      </p:sp>
      <p:pic>
        <p:nvPicPr>
          <p:cNvPr id="4" name="Picture 2"/>
          <p:cNvPicPr/>
          <p:nvPr/>
        </p:nvPicPr>
        <p:blipFill>
          <a:blip r:embed="rId2"/>
          <a:stretch>
            <a:fillRect/>
          </a:stretch>
        </p:blipFill>
        <p:spPr>
          <a:xfrm>
            <a:off x="457200" y="1371600"/>
            <a:ext cx="8229600" cy="3429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457200" y="228600"/>
            <a:ext cx="8229600" cy="685800"/>
          </a:xfrm>
        </p:spPr>
        <p:txBody>
          <a:bodyPr/>
          <a:lstStyle/>
          <a:p>
            <a:r>
              <a:rPr lang="en-US" sz="2400" b="1"/>
              <a:t>Rear Facade</a:t>
            </a:r>
          </a:p>
        </p:txBody>
      </p:sp>
      <p:sp>
        <p:nvSpPr>
          <p:cNvPr id="3" name="Subtitle"/>
          <p:cNvSpPr/>
          <p:nvPr/>
        </p:nvSpPr>
        <p:spPr>
          <a:xfrm>
            <a:off x="457200" y="914400"/>
            <a:ext cx="8229600" cy="342900"/>
          </a:xfrm>
        </p:spPr>
        <p:txBody>
          <a:bodyPr/>
          <a:lstStyle/>
          <a:p>
            <a:r>
              <a:rPr lang="en-US" sz="1200"/>
              <a:t>Generate a realistic architectural rehabilitation output for a heritage building adapted for contemporary use as visitor center while preserving its original identity. The selected architectural style is traditional. The design must clearly reflect the visual language, material character, proportions, decorative treatment, and architectural identity of the selected style. The requested output view is REAR. You must generate only the requested view type and not any other view. View control rules: - If the requested view is FRONT, generate a true front facade with the main entrance composition and principal architectural identity. - If the requested view is REAR, generate a true back facade. It must look like the rear side of the building, with simpler composition, reduced ceremonial emphasis, secondary openings, and no main public entrance. Do not generate another front facade. - If the requested view is LEFT SIDE, generate a true left-side architectural elevation. Show the building from the left side with visible side massing, side-wall composition, depth, and believable secondary facade treatment. Do not generate another front facade. - If the requested view is RIGHT SIDE, generate a true right-side architectural elevation. Show the building from the right side with visible side massing, side-wall composition, depth, and believable secondary facade treatment. Do not generate another front facade. - If the requested view is AERIAL, generate a true oblique bird's-eye view showing the overall massing, roofscape, courtyard organization, and spatial layout from above. - If the requested view is INTERIOR, generate a true interior architectural view such as a courtyard, hall, or internal heritage space. Do not generate a facade or aerial image. - If the requested view is NIGHT, generate a true night architectural view with evening atmosphere and warm architectural lighting. - If the requested view is FLOOR PLAN, generate a true 2D top-down architectural floor plan only. It must be flat, drawn from above, and clearly show walls, room layout, doors, circulation, courtyard organization, and spatial relationships. Do not generate an interior render, do not generate an aerial view, do not generate a facade, and do not generate any 3D scene or perspective image. Strict output constraints: - Do not confuse side views with front views. - Do not generate a decorative front facade when REAR, LEFT SIDE, or RIGHT SIDE is requested. - Do not generate an interior or aerial image when FLOOR PLAN is requested. - Do not generate a floor plan when a facade, aerial, interior, or night view is requested. - Do not generate multiple view types in one image. - The image must clearly and unambiguously match the requested view only. Stylistic and heritage constraints: - Preserve the heritage character of the building. - Keep the architecture realistic, coherent, and presentation-ready. - Use appropriate traditional materials, ornamental details, openings, and facade rhythm according to the selected style. - Avoid fantasy elements, avoid unrelated modern forms, avoid excessive glass, and avoid exaggerated ornamentation that breaks authenticity. Liveliness and atmosphere: - Make the scene feel lively and inhabited in a subtle, elegant, and realistic way. - Include a few people, soft greenery, potted plants, palm trees or region-appropriate vegetation, and calm contextual activity where appropriate. - Keep the architecture as the main focus. - Do not overcrowd the image. - If the requested view is FLOOR PLAN, make it visually rich in a flat architectural way only by using furniture blocks, courtyard planting, labels or top-view scale figures if appropriate, while keeping it strictly top-down and readable. Quality goal: Create a professional, high-quality, architecturally believable output that clearly matches the requested view: REAR, while preserving heritage identity and adding subtle life and realism. Any output that does not exactly match the requested view type is incorrect and must be rejected. Material and character cues: authentic mud brick construction, triangular crenellations, rammed earth qasr towers, narrow slit windows, carved gypsum geometric patterns, reddish-brown earthen tones, palm wood ceilings, interior courtyard, Saudi Najd heritage. Use reference-informed cues such as Rectangular massing, Stone and mud brick materials, Simple facade rhythm, Small rectangular openings, Minimal ornamentation, Flat roof with parapets to keep the rehabilitation visually connected to the original building. Generate the REAR facade of the heritage building in traditional style. This must be a true back-side architectural view, not a front facade. Make the composition simpler and less ceremonial than the front elevation. Avoid a grand main entrance, avoid overly formal symmetry, and show realistic secondary rear treatment with back openings, service-side architectural details, and reduced ornamentation while still preserving the selected architectural style. Make the scene lively and inhabited with subtle human presence, garden elements, potted plants, palms or context-appropriate greenery, and realistic outdoor life. Add a few people naturally using the rear space, but keep the image calm and elegant. The rear facade should still feel active and visually appealing without looking like the main public entrance. Do not generate another front facade. The requested output must clearly represent the back side of the building. Project name: المنشأه التاسعه. Proposed use: visitor center. Approximate area: 221 m2. Proposed floors: 2. Additional project requirements: يتم الاعتماد على الطرز المعماريه لمنطقه نجد الدرعيه كحي طريف وفندق باب سمحان.</a:t>
            </a:r>
          </a:p>
        </p:txBody>
      </p:sp>
      <p:pic>
        <p:nvPicPr>
          <p:cNvPr id="4" name="Picture 3"/>
          <p:cNvPicPr/>
          <p:nvPr/>
        </p:nvPicPr>
        <p:blipFill>
          <a:blip r:embed="rId2"/>
          <a:stretch>
            <a:fillRect/>
          </a:stretch>
        </p:blipFill>
        <p:spPr>
          <a:xfrm>
            <a:off x="457200" y="1371600"/>
            <a:ext cx="8229600" cy="3429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457200" y="228600"/>
            <a:ext cx="8229600" cy="685800"/>
          </a:xfrm>
        </p:spPr>
        <p:txBody>
          <a:bodyPr/>
          <a:lstStyle/>
          <a:p>
            <a:r>
              <a:rPr lang="en-US" sz="2400" b="1"/>
              <a:t>Left Side Facade</a:t>
            </a:r>
          </a:p>
        </p:txBody>
      </p:sp>
      <p:sp>
        <p:nvSpPr>
          <p:cNvPr id="3" name="Subtitle"/>
          <p:cNvSpPr/>
          <p:nvPr/>
        </p:nvSpPr>
        <p:spPr>
          <a:xfrm>
            <a:off x="457200" y="914400"/>
            <a:ext cx="8229600" cy="342900"/>
          </a:xfrm>
        </p:spPr>
        <p:txBody>
          <a:bodyPr/>
          <a:lstStyle/>
          <a:p>
            <a:r>
              <a:rPr lang="en-US" sz="1200"/>
              <a:t>Generate a realistic architectural rehabilitation output for a heritage building adapted for contemporary use as visitor center while preserving its original identity. The selected architectural style is traditional. The design must clearly reflect the visual language, material character, proportions, decorative treatment, and architectural identity of the selected style. The requested output view is LEFT SIDE. You must generate only the requested view type and not any other view. View control rules: - If the requested view is FRONT, generate a true front facade with the main entrance composition and principal architectural identity. - If the requested view is REAR, generate a true back facade. It must look like the rear side of the building, with simpler composition, reduced ceremonial emphasis, secondary openings, and no main public entrance. Do not generate another front facade. - If the requested view is LEFT SIDE, generate a true left-side architectural elevation. Show the building from the left side with visible side massing, side-wall composition, depth, and believable secondary facade treatment. Do not generate another front facade. - If the requested view is RIGHT SIDE, generate a true right-side architectural elevation. Show the building from the right side with visible side massing, side-wall composition, depth, and believable secondary facade treatment. Do not generate another front facade. - If the requested view is AERIAL, generate a true oblique bird's-eye view showing the overall massing, roofscape, courtyard organization, and spatial layout from above. - If the requested view is INTERIOR, generate a true interior architectural view such as a courtyard, hall, or internal heritage space. Do not generate a facade or aerial image. - If the requested view is NIGHT, generate a true night architectural view with evening atmosphere and warm architectural lighting. - If the requested view is FLOOR PLAN, generate a true 2D top-down architectural floor plan only. It must be flat, drawn from above, and clearly show walls, room layout, doors, circulation, courtyard organization, and spatial relationships. Do not generate an interior render, do not generate an aerial view, do not generate a facade, and do not generate any 3D scene or perspective image. Strict output constraints: - Do not confuse side views with front views. - Do not generate a decorative front facade when REAR, LEFT SIDE, or RIGHT SIDE is requested. - Do not generate an interior or aerial image when FLOOR PLAN is requested. - Do not generate a floor plan when a facade, aerial, interior, or night view is requested. - Do not generate multiple view types in one image. - The image must clearly and unambiguously match the requested view only. Stylistic and heritage constraints: - Preserve the heritage character of the building. - Keep the architecture realistic, coherent, and presentation-ready. - Use appropriate traditional materials, ornamental details, openings, and facade rhythm according to the selected style. - Avoid fantasy elements, avoid unrelated modern forms, avoid excessive glass, and avoid exaggerated ornamentation that breaks authenticity. Liveliness and atmosphere: - Make the scene feel lively and inhabited in a subtle, elegant, and realistic way. - Include a few people, soft greenery, potted plants, palm trees or region-appropriate vegetation, and calm contextual activity where appropriate. - Keep the architecture as the main focus. - Do not overcrowd the image. - If the requested view is FLOOR PLAN, make it visually rich in a flat architectural way only by using furniture blocks, courtyard planting, labels or top-view scale figures if appropriate, while keeping it strictly top-down and readable. Quality goal: Create a professional, high-quality, architecturally believable output that clearly matches the requested view: LEFT SIDE, while preserving heritage identity and adding subtle life and realism. Any output that does not exactly match the requested view type is incorrect and must be rejected. Material and character cues: authentic mud brick construction, triangular crenellations, rammed earth qasr towers, narrow slit windows, carved gypsum geometric patterns, reddish-brown earthen tones, palm wood ceilings, interior courtyard, Saudi Najd heritage. Use reference-informed cues such as Rectangular massing, Stone and mud brick materials, Simple facade rhythm, Small rectangular openings, Minimal ornamentation, Flat roof with parapets to keep the rehabilitation visually connected to the original building. Generate the LEFT SIDE elevation of the heritage building in traditional style. This must be a true left-side architectural facade, not a front-facing view. Show the side massing, side windows, realistic wall depth, and coherent secondary architectural details that match the selected heritage design language. Make the scene lively, inhabited, and visually rich in a subtle way. Include a few people, potted plants, palm trees or context-appropriate vegetation, and soft outdoor environmental details. The human presence should feel natural and calm, and the greenery should support the scene without overpowering the architecture. Do not generate another front facade. The requested output must clearly represent the left side of the building. Project name: المنشأه التاسعه. Proposed use: visitor center. Approximate area: 221 m2. Proposed floors: 2. Additional project requirements: يتم الاعتماد على الطرز المعماريه لمنطقه نجد الدرعيه كحي طريف وفندق باب سمحان.</a:t>
            </a:r>
          </a:p>
        </p:txBody>
      </p:sp>
      <p:pic>
        <p:nvPicPr>
          <p:cNvPr id="4" name="Picture 4"/>
          <p:cNvPicPr/>
          <p:nvPr/>
        </p:nvPicPr>
        <p:blipFill>
          <a:blip r:embed="rId2"/>
          <a:stretch>
            <a:fillRect/>
          </a:stretch>
        </p:blipFill>
        <p:spPr>
          <a:xfrm>
            <a:off x="457200" y="1371600"/>
            <a:ext cx="8229600" cy="3429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457200" y="228600"/>
            <a:ext cx="8229600" cy="685800"/>
          </a:xfrm>
        </p:spPr>
        <p:txBody>
          <a:bodyPr/>
          <a:lstStyle/>
          <a:p>
            <a:r>
              <a:rPr lang="en-US" sz="2400" b="1"/>
              <a:t>Right Side Facade</a:t>
            </a:r>
          </a:p>
        </p:txBody>
      </p:sp>
      <p:sp>
        <p:nvSpPr>
          <p:cNvPr id="3" name="Subtitle"/>
          <p:cNvSpPr/>
          <p:nvPr/>
        </p:nvSpPr>
        <p:spPr>
          <a:xfrm>
            <a:off x="457200" y="914400"/>
            <a:ext cx="8229600" cy="342900"/>
          </a:xfrm>
        </p:spPr>
        <p:txBody>
          <a:bodyPr/>
          <a:lstStyle/>
          <a:p>
            <a:r>
              <a:rPr lang="en-US" sz="1200"/>
              <a:t>Generate a realistic architectural rehabilitation output for a heritage building adapted for contemporary use as visitor center while preserving its original identity. The selected architectural style is traditional. The design must clearly reflect the visual language, material character, proportions, decorative treatment, and architectural identity of the selected style. The requested output view is RIGHT SIDE. You must generate only the requested view type and not any other view. View control rules: - If the requested view is FRONT, generate a true front facade with the main entrance composition and principal architectural identity. - If the requested view is REAR, generate a true back facade. It must look like the rear side of the building, with simpler composition, reduced ceremonial emphasis, secondary openings, and no main public entrance. Do not generate another front facade. - If the requested view is LEFT SIDE, generate a true left-side architectural elevation. Show the building from the left side with visible side massing, side-wall composition, depth, and believable secondary facade treatment. Do not generate another front facade. - If the requested view is RIGHT SIDE, generate a true right-side architectural elevation. Show the building from the right side with visible side massing, side-wall composition, depth, and believable secondary facade treatment. Do not generate another front facade. - If the requested view is AERIAL, generate a true oblique bird's-eye view showing the overall massing, roofscape, courtyard organization, and spatial layout from above. - If the requested view is INTERIOR, generate a true interior architectural view such as a courtyard, hall, or internal heritage space. Do not generate a facade or aerial image. - If the requested view is NIGHT, generate a true night architectural view with evening atmosphere and warm architectural lighting. - If the requested view is FLOOR PLAN, generate a true 2D top-down architectural floor plan only. It must be flat, drawn from above, and clearly show walls, room layout, doors, circulation, courtyard organization, and spatial relationships. Do not generate an interior render, do not generate an aerial view, do not generate a facade, and do not generate any 3D scene or perspective image. Strict output constraints: - Do not confuse side views with front views. - Do not generate a decorative front facade when REAR, LEFT SIDE, or RIGHT SIDE is requested. - Do not generate an interior or aerial image when FLOOR PLAN is requested. - Do not generate a floor plan when a facade, aerial, interior, or night view is requested. - Do not generate multiple view types in one image. - The image must clearly and unambiguously match the requested view only. Stylistic and heritage constraints: - Preserve the heritage character of the building. - Keep the architecture realistic, coherent, and presentation-ready. - Use appropriate traditional materials, ornamental details, openings, and facade rhythm according to the selected style. - Avoid fantasy elements, avoid unrelated modern forms, avoid excessive glass, and avoid exaggerated ornamentation that breaks authenticity. Liveliness and atmosphere: - Make the scene feel lively and inhabited in a subtle, elegant, and realistic way. - Include a few people, soft greenery, potted plants, palm trees or region-appropriate vegetation, and calm contextual activity where appropriate. - Keep the architecture as the main focus. - Do not overcrowd the image. - If the requested view is FLOOR PLAN, make it visually rich in a flat architectural way only by using furniture blocks, courtyard planting, labels or top-view scale figures if appropriate, while keeping it strictly top-down and readable. Quality goal: Create a professional, high-quality, architecturally believable output that clearly matches the requested view: RIGHT SIDE, while preserving heritage identity and adding subtle life and realism. Any output that does not exactly match the requested view type is incorrect and must be rejected. Material and character cues: authentic mud brick construction, triangular crenellations, rammed earth qasr towers, narrow slit windows, carved gypsum geometric patterns, reddish-brown earthen tones, palm wood ceilings, interior courtyard, Saudi Najd heritage. Use reference-informed cues such as Rectangular massing, Stone and mud brick materials, Simple facade rhythm, Small rectangular openings, Minimal ornamentation, Flat roof with parapets to keep the rehabilitation visually connected to the original building. Generate the RIGHT SIDE elevation of the heritage building in traditional style. This must be a true right-side architectural facade, not a front-facing view. Show the building from the right side with believable side-wall composition, side openings, depth, massing, and secondary facade details that remain consistent with the selected architectural language. Make the scene lively and inhabited. Include a few people walking or standing naturally, soft greenery, potted plants, palm trees or context-appropriate landscape elements, and refined outdoor details. Add realistic signs of use and daily life while keeping the right-side facade clearly visible and readable. Do not generate another front facade. The requested output must clearly represent the right side of the building. Project name: المنشأه التاسعه. Proposed use: visitor center. Approximate area: 221 m2. Proposed floors: 2. Additional project requirements: يتم الاعتماد على الطرز المعماريه لمنطقه نجد الدرعيه كحي طريف وفندق باب سمحان.</a:t>
            </a:r>
          </a:p>
        </p:txBody>
      </p:sp>
      <p:pic>
        <p:nvPicPr>
          <p:cNvPr id="4" name="Picture 5"/>
          <p:cNvPicPr/>
          <p:nvPr/>
        </p:nvPicPr>
        <p:blipFill>
          <a:blip r:embed="rId2"/>
          <a:stretch>
            <a:fillRect/>
          </a:stretch>
        </p:blipFill>
        <p:spPr>
          <a:xfrm>
            <a:off x="457200" y="1371600"/>
            <a:ext cx="8229600" cy="3429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457200" y="228600"/>
            <a:ext cx="8229600" cy="685800"/>
          </a:xfrm>
        </p:spPr>
        <p:txBody>
          <a:bodyPr/>
          <a:lstStyle/>
          <a:p>
            <a:r>
              <a:rPr lang="en-US" sz="2400" b="1"/>
              <a:t>Aerial View</a:t>
            </a:r>
          </a:p>
        </p:txBody>
      </p:sp>
      <p:sp>
        <p:nvSpPr>
          <p:cNvPr id="3" name="Subtitle"/>
          <p:cNvSpPr/>
          <p:nvPr/>
        </p:nvSpPr>
        <p:spPr>
          <a:xfrm>
            <a:off x="457200" y="914400"/>
            <a:ext cx="8229600" cy="342900"/>
          </a:xfrm>
        </p:spPr>
        <p:txBody>
          <a:bodyPr/>
          <a:lstStyle/>
          <a:p>
            <a:r>
              <a:rPr lang="en-US" sz="1200"/>
              <a:t>Generate a realistic architectural rehabilitation output for a heritage building adapted for contemporary use as visitor center while preserving its original identity. The selected architectural style is traditional. The design must clearly reflect the visual language, material character, proportions, decorative treatment, and architectural identity of the selected style. The requested output view is AERIAL. You must generate only the requested view type and not any other view. View control rules: - If the requested view is FRONT, generate a true front facade with the main entrance composition and principal architectural identity. - If the requested view is REAR, generate a true back facade. It must look like the rear side of the building, with simpler composition, reduced ceremonial emphasis, secondary openings, and no main public entrance. Do not generate another front facade. - If the requested view is LEFT SIDE, generate a true left-side architectural elevation. Show the building from the left side with visible side massing, side-wall composition, depth, and believable secondary facade treatment. Do not generate another front facade. - If the requested view is RIGHT SIDE, generate a true right-side architectural elevation. Show the building from the right side with visible side massing, side-wall composition, depth, and believable secondary facade treatment. Do not generate another front facade. - If the requested view is AERIAL, generate a true oblique bird's-eye view showing the overall massing, roofscape, courtyard organization, and spatial layout from above. - If the requested view is INTERIOR, generate a true interior architectural view such as a courtyard, hall, or internal heritage space. Do not generate a facade or aerial image. - If the requested view is NIGHT, generate a true night architectural view with evening atmosphere and warm architectural lighting. - If the requested view is FLOOR PLAN, generate a true 2D top-down architectural floor plan only. It must be flat, drawn from above, and clearly show walls, room layout, doors, circulation, courtyard organization, and spatial relationships. Do not generate an interior render, do not generate an aerial view, do not generate a facade, and do not generate any 3D scene or perspective image. Strict output constraints: - Do not confuse side views with front views. - Do not generate a decorative front facade when REAR, LEFT SIDE, or RIGHT SIDE is requested. - Do not generate an interior or aerial image when FLOOR PLAN is requested. - Do not generate a floor plan when a facade, aerial, interior, or night view is requested. - Do not generate multiple view types in one image. - The image must clearly and unambiguously match the requested view only. Stylistic and heritage constraints: - Preserve the heritage character of the building. - Keep the architecture realistic, coherent, and presentation-ready. - Use appropriate traditional materials, ornamental details, openings, and facade rhythm according to the selected style. - Avoid fantasy elements, avoid unrelated modern forms, avoid excessive glass, and avoid exaggerated ornamentation that breaks authenticity. Liveliness and atmosphere: - Make the scene feel lively and inhabited in a subtle, elegant, and realistic way. - Include a few people, soft greenery, potted plants, palm trees or region-appropriate vegetation, and calm contextual activity where appropriate. - Keep the architecture as the main focus. - Do not overcrowd the image. - If the requested view is FLOOR PLAN, make it visually rich in a flat architectural way only by using furniture blocks, courtyard planting, labels or top-view scale figures if appropriate, while keeping it strictly top-down and readable. Quality goal: Create a professional, high-quality, architecturally believable output that clearly matches the requested view: AERIAL, while preserving heritage identity and adding subtle life and realism. Any output that does not exactly match the requested view type is incorrect and must be rejected. Material and character cues: authentic mud brick construction, triangular crenellations, rammed earth qasr towers, narrow slit windows, carved gypsum geometric patterns, reddish-brown earthen tones, palm wood ceilings, interior courtyard, Saudi Najd heritage. Use reference-informed cues such as Rectangular massing, Stone and mud brick materials, Simple facade rhythm, Small rectangular openings, Minimal ornamentation, Flat roof with parapets to keep the rehabilitation visually connected to the original building. Generate an AERIAL architectural view of the heritage building in traditional style from an oblique bird's-eye perspective. Show the overall building massing, roofscape, courtyard organization, upper-level details, and spatial layout clearly. Preserve the style-specific character, proportions, materials, and decorative language. Make the image lively and inhabited. Add subtle human presence in courtyards or surrounding areas, soft landscape features, palms or style-appropriate vegetation, potted plants, and realistic environmental context. The scene should feel alive and believable while keeping the architecture as the main visual focus. This must be a true aerial architectural visualization, not a front facade and not an interior view. Project name: المنشأه التاسعه. Proposed use: visitor center. Approximate area: 221 m2. Proposed floors: 2. Additional project requirements: يتم الاعتماد على الطرز المعماريه لمنطقه نجد الدرعيه كحي طريف وفندق باب سمحان.</a:t>
            </a:r>
          </a:p>
        </p:txBody>
      </p:sp>
      <p:pic>
        <p:nvPicPr>
          <p:cNvPr id="4" name="Picture 6"/>
          <p:cNvPicPr/>
          <p:nvPr/>
        </p:nvPicPr>
        <p:blipFill>
          <a:blip r:embed="rId2"/>
          <a:stretch>
            <a:fillRect/>
          </a:stretch>
        </p:blipFill>
        <p:spPr>
          <a:xfrm>
            <a:off x="457200" y="1371600"/>
            <a:ext cx="8229600" cy="3429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457200" y="228600"/>
            <a:ext cx="8229600" cy="685800"/>
          </a:xfrm>
        </p:spPr>
        <p:txBody>
          <a:bodyPr/>
          <a:lstStyle/>
          <a:p>
            <a:r>
              <a:rPr lang="en-US" sz="2400" b="1"/>
              <a:t>Interior Courtyard</a:t>
            </a:r>
          </a:p>
        </p:txBody>
      </p:sp>
      <p:sp>
        <p:nvSpPr>
          <p:cNvPr id="3" name="Subtitle"/>
          <p:cNvSpPr/>
          <p:nvPr/>
        </p:nvSpPr>
        <p:spPr>
          <a:xfrm>
            <a:off x="457200" y="914400"/>
            <a:ext cx="8229600" cy="342900"/>
          </a:xfrm>
        </p:spPr>
        <p:txBody>
          <a:bodyPr/>
          <a:lstStyle/>
          <a:p>
            <a:r>
              <a:rPr lang="en-US" sz="1200"/>
              <a:t>Generate a realistic architectural rehabilitation output for a heritage building adapted for contemporary use as visitor center while preserving its original identity. The selected architectural style is traditional. The design must clearly reflect the visual language, material character, proportions, decorative treatment, and architectural identity of the selected style. The requested output view is INTERIOR. You must generate only the requested view type and not any other view. View control rules: - If the requested view is FRONT, generate a true front facade with the main entrance composition and principal architectural identity. - If the requested view is REAR, generate a true back facade. It must look like the rear side of the building, with simpler composition, reduced ceremonial emphasis, secondary openings, and no main public entrance. Do not generate another front facade. - If the requested view is LEFT SIDE, generate a true left-side architectural elevation. Show the building from the left side with visible side massing, side-wall composition, depth, and believable secondary facade treatment. Do not generate another front facade. - If the requested view is RIGHT SIDE, generate a true right-side architectural elevation. Show the building from the right side with visible side massing, side-wall composition, depth, and believable secondary facade treatment. Do not generate another front facade. - If the requested view is AERIAL, generate a true oblique bird's-eye view showing the overall massing, roofscape, courtyard organization, and spatial layout from above. - If the requested view is INTERIOR, generate a true interior architectural view such as a courtyard, hall, or internal heritage space. Do not generate a facade or aerial image. - If the requested view is NIGHT, generate a true night architectural view with evening atmosphere and warm architectural lighting. - If the requested view is FLOOR PLAN, generate a true 2D top-down architectural floor plan only. It must be flat, drawn from above, and clearly show walls, room layout, doors, circulation, courtyard organization, and spatial relationships. Do not generate an interior render, do not generate an aerial view, do not generate a facade, and do not generate any 3D scene or perspective image. Strict output constraints: - Do not confuse side views with front views. - Do not generate a decorative front facade when REAR, LEFT SIDE, or RIGHT SIDE is requested. - Do not generate an interior or aerial image when FLOOR PLAN is requested. - Do not generate a floor plan when a facade, aerial, interior, or night view is requested. - Do not generate multiple view types in one image. - The image must clearly and unambiguously match the requested view only. Stylistic and heritage constraints: - Preserve the heritage character of the building. - Keep the architecture realistic, coherent, and presentation-ready. - Use appropriate traditional materials, ornamental details, openings, and facade rhythm according to the selected style. - Avoid fantasy elements, avoid unrelated modern forms, avoid excessive glass, and avoid exaggerated ornamentation that breaks authenticity. Liveliness and atmosphere: - Make the scene feel lively and inhabited in a subtle, elegant, and realistic way. - Include a few people, soft greenery, potted plants, palm trees or region-appropriate vegetation, and calm contextual activity where appropriate. - Keep the architecture as the main focus. - Do not overcrowd the image. - If the requested view is FLOOR PLAN, make it visually rich in a flat architectural way only by using furniture blocks, courtyard planting, labels or top-view scale figures if appropriate, while keeping it strictly top-down and readable. Quality goal: Create a professional, high-quality, architecturally believable output that clearly matches the requested view: INTERIOR, while preserving heritage identity and adding subtle life and realism. Any output that does not exactly match the requested view type is incorrect and must be rejected. Material and character cues: authentic mud brick construction, triangular crenellations, rammed earth qasr towers, narrow slit windows, carved gypsum geometric patterns, reddish-brown earthen tones, palm wood ceilings, interior courtyard, Saudi Najd heritage. Use reference-informed cues such as Rectangular massing, Stone and mud brick materials, Simple facade rhythm, Small rectangular openings, Minimal ornamentation, Flat roof with parapets to keep the rehabilitation visually connected to the original building. Generate a realistic INTERIOR architectural view of the heritage building in traditional style, such as a courtyard, hall, or ceremonial interior space. Preserve arches, carved details, ceilings, traditional proportions, ornamental surfaces, and authentic material character according to the selected architectural style. Make the interior feel lively and inhabited. Include a few people interacting naturally in the space, along with indoor plants, courtyard greenery, soft decorative elements, and subtle signs of use. The atmosphere should feel warm, elegant, active, and believable without becoming crowded. This must be a true interior architectural visualization, not a floor plan, not a facade, and not an aerial view. Project name: المنشأه التاسعه. Proposed use: visitor center. Approximate area: 221 m2. Proposed floors: 2. Additional project requirements: يتم الاعتماد على الطرز المعماريه لمنطقه نجد الدرعيه كحي طريف وفندق باب سمحان.</a:t>
            </a:r>
          </a:p>
        </p:txBody>
      </p:sp>
      <p:pic>
        <p:nvPicPr>
          <p:cNvPr id="4" name="Picture 7"/>
          <p:cNvPicPr/>
          <p:nvPr/>
        </p:nvPicPr>
        <p:blipFill>
          <a:blip r:embed="rId2"/>
          <a:stretch>
            <a:fillRect/>
          </a:stretch>
        </p:blipFill>
        <p:spPr>
          <a:xfrm>
            <a:off x="457200" y="1371600"/>
            <a:ext cx="8229600" cy="3429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457200" y="228600"/>
            <a:ext cx="8229600" cy="685800"/>
          </a:xfrm>
        </p:spPr>
        <p:txBody>
          <a:bodyPr/>
          <a:lstStyle/>
          <a:p>
            <a:r>
              <a:rPr lang="en-US" sz="2400" b="1"/>
              <a:t>Ground Floor Plan</a:t>
            </a:r>
          </a:p>
        </p:txBody>
      </p:sp>
      <p:sp>
        <p:nvSpPr>
          <p:cNvPr id="3" name="Subtitle"/>
          <p:cNvSpPr/>
          <p:nvPr/>
        </p:nvSpPr>
        <p:spPr>
          <a:xfrm>
            <a:off x="457200" y="914400"/>
            <a:ext cx="8229600" cy="342900"/>
          </a:xfrm>
        </p:spPr>
        <p:txBody>
          <a:bodyPr/>
          <a:lstStyle/>
          <a:p>
            <a:r>
              <a:rPr lang="en-US" sz="1200"/>
              <a:t>Generate a realistic architectural rehabilitation output for a heritage building adapted for contemporary use as visitor center while preserving its original identity. The selected architectural style is traditional. The design must clearly reflect the visual language, material character, proportions, decorative treatment, and architectural identity of the selected style. The requested output view is FLOOR PLAN. You must generate only the requested view type and not any other view. View control rules: - If the requested view is FRONT, generate a true front facade with the main entrance composition and principal architectural identity. - If the requested view is REAR, generate a true back facade. It must look like the rear side of the building, with simpler composition, reduced ceremonial emphasis, secondary openings, and no main public entrance. Do not generate another front facade. - If the requested view is LEFT SIDE, generate a true left-side architectural elevation. Show the building from the left side with visible side massing, side-wall composition, depth, and believable secondary facade treatment. Do not generate another front facade. - If the requested view is RIGHT SIDE, generate a true right-side architectural elevation. Show the building from the right side with visible side massing, side-wall composition, depth, and believable secondary facade treatment. Do not generate another front facade. - If the requested view is AERIAL, generate a true oblique bird's-eye view showing the overall massing, roofscape, courtyard organization, and spatial layout from above. - If the requested view is INTERIOR, generate a true interior architectural view such as a courtyard, hall, or internal heritage space. Do not generate a facade or aerial image. - If the requested view is NIGHT, generate a true night architectural view with evening atmosphere and warm architectural lighting. - If the requested view is FLOOR PLAN, generate a true 2D top-down architectural floor plan only. It must be flat, drawn from above, and clearly show walls, room layout, doors, circulation, courtyard organization, and spatial relationships. Do not generate an interior render, do not generate an aerial view, do not generate a facade, and do not generate any 3D scene or perspective image. Strict output constraints: - Do not confuse side views with front views. - Do not generate a decorative front facade when REAR, LEFT SIDE, or RIGHT SIDE is requested. - Do not generate an interior or aerial image when FLOOR PLAN is requested. - Do not generate a floor plan when a facade, aerial, interior, or night view is requested. - Do not generate multiple view types in one image. - The image must clearly and unambiguously match the requested view only. Stylistic and heritage constraints: - Preserve the heritage character of the building. - Keep the architecture realistic, coherent, and presentation-ready. - Use appropriate traditional materials, ornamental details, openings, and facade rhythm according to the selected style. - Avoid fantasy elements, avoid unrelated modern forms, avoid excessive glass, and avoid exaggerated ornamentation that breaks authenticity. Liveliness and atmosphere: - Make the scene feel lively and inhabited in a subtle, elegant, and realistic way. - Include a few people, soft greenery, potted plants, palm trees or region-appropriate vegetation, and calm contextual activity where appropriate. - Keep the architecture as the main focus. - Do not overcrowd the image. - If the requested view is FLOOR PLAN, make it visually rich in a flat architectural way only by using furniture blocks, courtyard planting, labels or top-view scale figures if appropriate, while keeping it strictly top-down and readable. Quality goal: Create a professional, high-quality, architecturally believable output that clearly matches the requested view: FLOOR PLAN, while preserving heritage identity and adding subtle life and realism. Any output that does not exactly match the requested view type is incorrect and must be rejected. Material and character cues: authentic mud brick construction, triangular crenellations, rammed earth qasr towers, narrow slit windows, carved gypsum geometric patterns, reddish-brown earthen tones, palm wood ceilings, interior courtyard, Saudi Najd heritage. Use reference-informed cues such as Rectangular massing, Stone and mud brick materials, Simple facade rhythm, Small rectangular openings, Minimal ornamentation, Flat roof with parapets to keep the rehabilitation visually connected to the original building. Generate a true 2D top-down architectural floor plan of a heritage building. The output must be a real floor plan viewed directly from above, not an interior perspective, not an aerial rendering, not a facade, and not a 3D scene. Clearly show walls, room layout, doors, circulation paths, courtyard organization, entrances, and spatial relationships. The plan should be readable, structured, and professionally composed like an architectural drawing. Reflect the selected architectural style in the spatial organization and plan logic. If the style is Najdi, use thick walls, courtyard-based layout, and restrained traditional organization. If the style is Hejazi, reflect urban heritage house planning, inner courtyard logic, and elegant room distribution. If the style is Aseeri, reflect regional spatial character and mountain-context planning where appropriate. If the style is Contemporary with heritage identity, preserve traditional references while introducing refined contemporary planning logic. Make the floor plan visually rich and lively in a presentation-friendly way without turning it into a perspective scene. Add subtle architectural presentation elements such as labeled spaces, furniture blocks, courtyard planting, trees or planters in open areas, water features if appropriate, and small human scale indicators from top view only. Keep these details clean, minimal, and organized so the drawing remains clear and readable. Use a clean top-down architectural representation with refined linework, balanced composition, realistic heritage planning logic, and strong graphic clarity. Do not generate perspective depth, shadows of a 3D render, eye-level interior views, exterior facades, or oblique aerial views. The final result must look like a true architectural floor plan from above. Project name: المنشأه التاسعه. Proposed use: visitor center. Approximate area: 221 m2. Proposed floors: 2. Additional project requirements: يتم الاعتماد على الطرز المعماريه لمنطقه نجد الدرعيه كحي طريف وفندق باب سمحان.</a:t>
            </a:r>
          </a:p>
        </p:txBody>
      </p:sp>
      <p:pic>
        <p:nvPicPr>
          <p:cNvPr id="4" name="Picture 8"/>
          <p:cNvPicPr/>
          <p:nvPr/>
        </p:nvPicPr>
        <p:blipFill>
          <a:blip r:embed="rId2"/>
          <a:stretch>
            <a:fillRect/>
          </a:stretch>
        </p:blipFill>
        <p:spPr>
          <a:xfrm>
            <a:off x="457200" y="1371600"/>
            <a:ext cx="8229600" cy="3429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457200" y="228600"/>
            <a:ext cx="8229600" cy="685800"/>
          </a:xfrm>
        </p:spPr>
        <p:txBody>
          <a:bodyPr/>
          <a:lstStyle/>
          <a:p>
            <a:r>
              <a:rPr lang="en-US" sz="2400" b="1"/>
              <a:t>Night View</a:t>
            </a:r>
          </a:p>
        </p:txBody>
      </p:sp>
      <p:sp>
        <p:nvSpPr>
          <p:cNvPr id="3" name="Subtitle"/>
          <p:cNvSpPr/>
          <p:nvPr/>
        </p:nvSpPr>
        <p:spPr>
          <a:xfrm>
            <a:off x="457200" y="914400"/>
            <a:ext cx="8229600" cy="342900"/>
          </a:xfrm>
        </p:spPr>
        <p:txBody>
          <a:bodyPr/>
          <a:lstStyle/>
          <a:p>
            <a:r>
              <a:rPr lang="en-US" sz="1200"/>
              <a:t>Generate a realistic architectural rehabilitation output for a heritage building adapted for contemporary use as visitor center while preserving its original identity. The selected architectural style is traditional. The design must clearly reflect the visual language, material character, proportions, decorative treatment, and architectural identity of the selected style. The requested output view is NIGHT. You must generate only the requested view type and not any other view. View control rules: - If the requested view is FRONT, generate a true front facade with the main entrance composition and principal architectural identity. - If the requested view is REAR, generate a true back facade. It must look like the rear side of the building, with simpler composition, reduced ceremonial emphasis, secondary openings, and no main public entrance. Do not generate another front facade. - If the requested view is LEFT SIDE, generate a true left-side architectural elevation. Show the building from the left side with visible side massing, side-wall composition, depth, and believable secondary facade treatment. Do not generate another front facade. - If the requested view is RIGHT SIDE, generate a true right-side architectural elevation. Show the building from the right side with visible side massing, side-wall composition, depth, and believable secondary facade treatment. Do not generate another front facade. - If the requested view is AERIAL, generate a true oblique bird's-eye view showing the overall massing, roofscape, courtyard organization, and spatial layout from above. - If the requested view is INTERIOR, generate a true interior architectural view such as a courtyard, hall, or internal heritage space. Do not generate a facade or aerial image. - If the requested view is NIGHT, generate a true night architectural view with evening atmosphere and warm architectural lighting. - If the requested view is FLOOR PLAN, generate a true 2D top-down architectural floor plan only. It must be flat, drawn from above, and clearly show walls, room layout, doors, circulation, courtyard organization, and spatial relationships. Do not generate an interior render, do not generate an aerial view, do not generate a facade, and do not generate any 3D scene or perspective image. Strict output constraints: - Do not confuse side views with front views. - Do not generate a decorative front facade when REAR, LEFT SIDE, or RIGHT SIDE is requested. - Do not generate an interior or aerial image when FLOOR PLAN is requested. - Do not generate a floor plan when a facade, aerial, interior, or night view is requested. - Do not generate multiple view types in one image. - The image must clearly and unambiguously match the requested view only. Stylistic and heritage constraints: - Preserve the heritage character of the building. - Keep the architecture realistic, coherent, and presentation-ready. - Use appropriate traditional materials, ornamental details, openings, and facade rhythm according to the selected style. - Avoid fantasy elements, avoid unrelated modern forms, avoid excessive glass, and avoid exaggerated ornamentation that breaks authenticity. Liveliness and atmosphere: - Make the scene feel lively and inhabited in a subtle, elegant, and realistic way. - Include a few people, soft greenery, potted plants, palm trees or region-appropriate vegetation, and calm contextual activity where appropriate. - Keep the architecture as the main focus. - Do not overcrowd the image. - If the requested view is FLOOR PLAN, make it visually rich in a flat architectural way only by using furniture blocks, courtyard planting, labels or top-view scale figures if appropriate, while keeping it strictly top-down and readable. Quality goal: Create a professional, high-quality, architecturally believable output that clearly matches the requested view: NIGHT, while preserving heritage identity and adding subtle life and realism. Any output that does not exactly match the requested view type is incorrect and must be rejected. Material and character cues: authentic mud brick construction, triangular crenellations, rammed earth qasr towers, narrow slit windows, carved gypsum geometric patterns, reddish-brown earthen tones, palm wood ceilings, interior courtyard, Saudi Najd heritage. Use reference-informed cues such as Rectangular massing, Stone and mud brick materials, Simple facade rhythm, Small rectangular openings, Minimal ornamentation, Flat roof with parapets to keep the rehabilitation visually connected to the original building. Generate a NIGHT architectural view of the heritage building in traditional style with warm, elegant lighting that highlights the facade details, openings, ornamental character, and material textures. Preserve the architectural identity of the selected style while creating a refined and presentation-ready nighttime atmosphere. Make the scene lively and inhabited. Include a few people, subtle night-time activity, palm trees or style-appropriate planting, potted plants, and realistic outdoor context. The building should feel active and welcoming at night, with balanced lighting and visible human life, but without overcrowding the image. This must be a true night view with believable evening atmosphere and architectural lighting. Project name: المنشأه التاسعه. Proposed use: visitor center. Approximate area: 221 m2. Proposed floors: 2. Additional project requirements: يتم الاعتماد على الطرز المعماريه لمنطقه نجد الدرعيه كحي طريف وفندق باب سمحان.</a:t>
            </a:r>
          </a:p>
        </p:txBody>
      </p:sp>
      <p:pic>
        <p:nvPicPr>
          <p:cNvPr id="4" name="Picture 9"/>
          <p:cNvPicPr/>
          <p:nvPr/>
        </p:nvPicPr>
        <p:blipFill>
          <a:blip r:embed="rId2"/>
          <a:stretch>
            <a:fillRect/>
          </a:stretch>
        </p:blipFill>
        <p:spPr>
          <a:xfrm>
            <a:off x="457200" y="1371600"/>
            <a:ext cx="8229600" cy="3429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457200" y="228600"/>
            <a:ext cx="8229600" cy="685800"/>
          </a:xfrm>
        </p:spPr>
        <p:txBody>
          <a:bodyPr/>
          <a:lstStyle/>
          <a:p>
            <a:r>
              <a:rPr lang="en-US" sz="2400" b="1"/>
              <a:t>Street Perspective</a:t>
            </a:r>
          </a:p>
        </p:txBody>
      </p:sp>
      <p:sp>
        <p:nvSpPr>
          <p:cNvPr id="3" name="Subtitle"/>
          <p:cNvSpPr/>
          <p:nvPr/>
        </p:nvSpPr>
        <p:spPr>
          <a:xfrm>
            <a:off x="457200" y="914400"/>
            <a:ext cx="8229600" cy="342900"/>
          </a:xfrm>
        </p:spPr>
        <p:txBody>
          <a:bodyPr/>
          <a:lstStyle/>
          <a:p>
            <a:r>
              <a:rPr lang="en-US" sz="1200"/>
              <a:t>Generate a realistic architectural rehabilitation output for a heritage building adapted for contemporary use as visitor center while preserving its original identity. The selected architectural style is traditional. The design must clearly reflect the visual language, material character, proportions, decorative treatment, and architectural identity of the selected style. The requested output view is STREET PERSPECTIVE. You must generate only the requested view type and not any other view. View control rules: - If the requested view is FRONT, generate a true front facade with the main entrance composition and principal architectural identity. - If the requested view is REAR, generate a true back facade. It must look like the rear side of the building, with simpler composition, reduced ceremonial emphasis, secondary openings, and no main public entrance. Do not generate another front facade. - If the requested view is LEFT SIDE, generate a true left-side architectural elevation. Show the building from the left side with visible side massing, side-wall composition, depth, and believable secondary facade treatment. Do not generate another front facade. - If the requested view is RIGHT SIDE, generate a true right-side architectural elevation. Show the building from the right side with visible side massing, side-wall composition, depth, and believable secondary facade treatment. Do not generate another front facade. - If the requested view is AERIAL, generate a true oblique bird's-eye view showing the overall massing, roofscape, courtyard organization, and spatial layout from above. - If the requested view is INTERIOR, generate a true interior architectural view such as a courtyard, hall, or internal heritage space. Do not generate a facade or aerial image. - If the requested view is NIGHT, generate a true night architectural view with evening atmosphere and warm architectural lighting. - If the requested view is FLOOR PLAN, generate a true 2D top-down architectural floor plan only. It must be flat, drawn from above, and clearly show walls, room layout, doors, circulation, courtyard organization, and spatial relationships. Do not generate an interior render, do not generate an aerial view, do not generate a facade, and do not generate any 3D scene or perspective image. Strict output constraints: - Do not confuse side views with front views. - Do not generate a decorative front facade when REAR, LEFT SIDE, or RIGHT SIDE is requested. - Do not generate an interior or aerial image when FLOOR PLAN is requested. - Do not generate a floor plan when a facade, aerial, interior, or night view is requested. - Do not generate multiple view types in one image. - The image must clearly and unambiguously match the requested view only. Stylistic and heritage constraints: - Preserve the heritage character of the building. - Keep the architecture realistic, coherent, and presentation-ready. - Use appropriate traditional materials, ornamental details, openings, and facade rhythm according to the selected style. - Avoid fantasy elements, avoid unrelated modern forms, avoid excessive glass, and avoid exaggerated ornamentation that breaks authenticity. Liveliness and atmosphere: - Make the scene feel lively and inhabited in a subtle, elegant, and realistic way. - Include a few people, soft greenery, potted plants, palm trees or region-appropriate vegetation, and calm contextual activity where appropriate. - Keep the architecture as the main focus. - Do not overcrowd the image. - If the requested view is FLOOR PLAN, make it visually rich in a flat architectural way only by using furniture blocks, courtyard planting, labels or top-view scale figures if appropriate, while keeping it strictly top-down and readable. Quality goal: Create a professional, high-quality, architecturally believable output that clearly matches the requested view: STREET PERSPECTIVE, while preserving heritage identity and adding subtle life and realism. Any output that does not exactly match the requested view type is incorrect and must be rejected. Material and character cues: authentic mud brick construction, triangular crenellations, rammed earth qasr towers, narrow slit windows, carved gypsum geometric patterns, reddish-brown earthen tones, palm wood ceilings, interior courtyard, Saudi Najd heritage. Use reference-informed cues such as Rectangular massing, Stone and mud brick materials, Simple facade rhythm, Small rectangular openings, Minimal ornamentation, Flat roof with parapets to keep the rehabilitation visually connected to the original building. Generate a human-scale STREET PERSPECTIVE of the heritage building in traditional style from pedestrian eye level. Show the arrival experience, facade depth, entrance approach, and surrounding urban context clearly while preserving the original architectural identity. Make the scene lively and inhabited with subtle human activity, soft greenery, potted plants, and style-appropriate landscape details. The image should feel realistic, elegant, and presentation-ready while keeping the architecture as the main subject. This must be a true street-level architectural visualization, not an aerial view, not an interior, and not a facade-only elevation. Project name: المنشأه التاسعه. Proposed use: visitor center. Approximate area: 221 m2. Proposed floors: 2. Additional project requirements: يتم الاعتماد على الطرز المعماريه لمنطقه نجد الدرعيه كحي طريف وفندق باب سمحان.</a:t>
            </a:r>
          </a:p>
        </p:txBody>
      </p:sp>
      <p:pic>
        <p:nvPicPr>
          <p:cNvPr id="4" name="Picture 10"/>
          <p:cNvPicPr/>
          <p:nvPr/>
        </p:nvPicPr>
        <p:blipFill>
          <a:blip r:embed="rId2"/>
          <a:stretch>
            <a:fillRect/>
          </a:stretch>
        </p:blipFill>
        <p:spPr>
          <a:xfrm>
            <a:off x="457200" y="1371600"/>
            <a:ext cx="8229600" cy="3429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457200" y="228600"/>
            <a:ext cx="8229600" cy="685800"/>
          </a:xfrm>
        </p:spPr>
        <p:txBody>
          <a:bodyPr/>
          <a:lstStyle/>
          <a:p>
            <a:r>
              <a:rPr lang="en-US" sz="2400" b="1"/>
              <a:t>Facade Detail Close-Up</a:t>
            </a:r>
          </a:p>
        </p:txBody>
      </p:sp>
      <p:sp>
        <p:nvSpPr>
          <p:cNvPr id="3" name="Subtitle"/>
          <p:cNvSpPr/>
          <p:nvPr/>
        </p:nvSpPr>
        <p:spPr>
          <a:xfrm>
            <a:off x="457200" y="914400"/>
            <a:ext cx="8229600" cy="342900"/>
          </a:xfrm>
        </p:spPr>
        <p:txBody>
          <a:bodyPr/>
          <a:lstStyle/>
          <a:p>
            <a:r>
              <a:rPr lang="en-US" sz="1200"/>
              <a:t>Generate a realistic architectural rehabilitation output for a heritage building adapted for contemporary use as visitor center while preserving its original identity. The selected architectural style is traditional. The design must clearly reflect the visual language, material character, proportions, decorative treatment, and architectural identity of the selected style. The requested output view is FACADE DETAIL. You must generate only the requested view type and not any other view. View control rules: - If the requested view is FRONT, generate a true front facade with the main entrance composition and principal architectural identity. - If the requested view is REAR, generate a true back facade. It must look like the rear side of the building, with simpler composition, reduced ceremonial emphasis, secondary openings, and no main public entrance. Do not generate another front facade. - If the requested view is LEFT SIDE, generate a true left-side architectural elevation. Show the building from the left side with visible side massing, side-wall composition, depth, and believable secondary facade treatment. Do not generate another front facade. - If the requested view is RIGHT SIDE, generate a true right-side architectural elevation. Show the building from the right side with visible side massing, side-wall composition, depth, and believable secondary facade treatment. Do not generate another front facade. - If the requested view is AERIAL, generate a true oblique bird's-eye view showing the overall massing, roofscape, courtyard organization, and spatial layout from above. - If the requested view is INTERIOR, generate a true interior architectural view such as a courtyard, hall, or internal heritage space. Do not generate a facade or aerial image. - If the requested view is NIGHT, generate a true night architectural view with evening atmosphere and warm architectural lighting. - If the requested view is FLOOR PLAN, generate a true 2D top-down architectural floor plan only. It must be flat, drawn from above, and clearly show walls, room layout, doors, circulation, courtyard organization, and spatial relationships. Do not generate an interior render, do not generate an aerial view, do not generate a facade, and do not generate any 3D scene or perspective image. Strict output constraints: - Do not confuse side views with front views. - Do not generate a decorative front facade when REAR, LEFT SIDE, or RIGHT SIDE is requested. - Do not generate an interior or aerial image when FLOOR PLAN is requested. - Do not generate a floor plan when a facade, aerial, interior, or night view is requested. - Do not generate multiple view types in one image. - The image must clearly and unambiguously match the requested view only. Stylistic and heritage constraints: - Preserve the heritage character of the building. - Keep the architecture realistic, coherent, and presentation-ready. - Use appropriate traditional materials, ornamental details, openings, and facade rhythm according to the selected style. - Avoid fantasy elements, avoid unrelated modern forms, avoid excessive glass, and avoid exaggerated ornamentation that breaks authenticity. Liveliness and atmosphere: - Make the scene feel lively and inhabited in a subtle, elegant, and realistic way. - Include a few people, soft greenery, potted plants, palm trees or region-appropriate vegetation, and calm contextual activity where appropriate. - Keep the architecture as the main focus. - Do not overcrowd the image. - If the requested view is FLOOR PLAN, make it visually rich in a flat architectural way only by using furniture blocks, courtyard planting, labels or top-view scale figures if appropriate, while keeping it strictly top-down and readable. Quality goal: Create a professional, high-quality, architecturally believable output that clearly matches the requested view: FACADE DETAIL, while preserving heritage identity and adding subtle life and realism. Any output that does not exactly match the requested view type is incorrect and must be rejected. Material and character cues: authentic mud brick construction, triangular crenellations, rammed earth qasr towers, narrow slit windows, carved gypsum geometric patterns, reddish-brown earthen tones, palm wood ceilings, interior courtyard, Saudi Najd heritage. Use reference-informed cues such as Rectangular massing, Stone and mud brick materials, Simple facade rhythm, Small rectangular openings, Minimal ornamentation, Flat roof with parapets to keep the rehabilitation visually connected to the original building. Generate a close-up FACADE DETAIL visualization of the heritage building in traditional style. Focus on craftsmanship, material texture, ornamental patterns, openings, screens, carvings, or decorative elements that define the building character. Preserve the original material authenticity and restoration quality while keeping the image realistic and presentation-ready. Add only subtle contextual life cues if visible, but keep the architectural detail as the clear focus. This must be a true architectural detail view, not a full facade, not an aerial view, and not an interior scene. Project name: المنشأه التاسعه. Proposed use: visitor center. Approximate area: 221 m2. Proposed floors: 2. Additional project requirements: يتم الاعتماد على الطرز المعماريه لمنطقه نجد الدرعيه كحي طريف وفندق باب سمحان.</a:t>
            </a:r>
          </a:p>
        </p:txBody>
      </p:sp>
      <p:pic>
        <p:nvPicPr>
          <p:cNvPr id="4" name="Picture 11"/>
          <p:cNvPicPr/>
          <p:nvPr/>
        </p:nvPicPr>
        <p:blipFill>
          <a:blip r:embed="rId2"/>
          <a:stretch>
            <a:fillRect/>
          </a:stretch>
        </p:blipFill>
        <p:spPr>
          <a:xfrm>
            <a:off x="457200" y="1371600"/>
            <a:ext cx="8229600" cy="3429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1A3554"/>
      </a:dk1>
      <a:lt1>
        <a:srgbClr val="FFFFFF"/>
      </a:lt1>
      <a:dk2>
        <a:srgbClr val="1A3554"/>
      </a:dk2>
      <a:lt2>
        <a:srgbClr val="F8FAFC"/>
      </a:lt2>
      <a:accent1>
        <a:srgbClr val="DFAF67"/>
      </a:accent1>
      <a:accent2>
        <a:srgbClr val="38BDF8"/>
      </a:accent2>
      <a:accent3>
        <a:srgbClr val="F59E0B"/>
      </a:accent3>
      <a:accent4>
        <a:srgbClr val="10B981"/>
      </a:accent4>
      <a:accent5>
        <a:srgbClr val="EF4444"/>
      </a:accent5>
      <a:accent6>
        <a:srgbClr val="8B5CF6"/>
      </a:accent6>
      <a:hlink>
        <a:srgbClr val="0563C1"/>
      </a:hlink>
      <a:folHlink>
        <a:srgbClr val="954F72"/>
      </a:folHlink>
    </a:clrScheme>
    <a:fontScheme name="Office">
      <a:majorFont>
        <a:latin typeface="Arial"/>
      </a:majorFont>
      <a:minorFont>
        <a:latin typeface="Arial"/>
      </a:minorFont>
    </a:fontScheme>
    <a:fmtScheme name="Office">
      <a:fillStyleLst/>
      <a:lnStyleLst/>
      <a:effectStyleLst/>
      <a:bgFillStyleLst/>
    </a:fmtScheme>
  </a:themeElements>
</a:theme>
</file>

<file path=docProps/app.xml><?xml version="1.0" encoding="utf-8"?>
<Properties xmlns="http://schemas.openxmlformats.org/officeDocument/2006/extended-properties" xmlns:vt="http://schemas.openxmlformats.org/officeDocument/2006/docPropsVTypes">
  <Application>Codex</Application>
  <PresentationFormat>On-screen Show (16:9)</PresentationFormat>
  <Slides>11</Slides>
  <Notes>0</Notes>
  <HiddenSlides>0</HiddenSlides>
  <MMClips>0</MMClip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المنشأه التاسعه</dc:title>
  <dc:creator>Codex</dc:creator>
  <cp:lastModifiedBy>Codex</cp:lastModifiedBy>
  <dcterms:created xsi:type="dcterms:W3CDTF">2026-03-13T12:55:08.382Z</dcterms:created>
  <dcterms:modified xsi:type="dcterms:W3CDTF">2026-03-13T12:55:08.382Z</dcterms:modified>
</cp:coreProperties>
</file>